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Lato-regular.fntdata"/><Relationship Id="rId12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8b61c121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8b61c121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b61c121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8b61c12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8600" y="1986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Raspberry 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pico 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мікро комп’ютер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1872" y="1058625"/>
            <a:ext cx="1501425" cy="36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розпіновка 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38238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  </a:t>
            </a:r>
            <a:endParaRPr/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225" y="195125"/>
            <a:ext cx="5206875" cy="3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ctrTitle"/>
          </p:nvPr>
        </p:nvSpPr>
        <p:spPr>
          <a:xfrm>
            <a:off x="0" y="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